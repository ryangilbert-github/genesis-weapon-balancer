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9CF4-28E9-3D2E-A9E7-DF9BF2C4A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C13B1-AD5B-60FC-03EF-82EB7979B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912E6-CA27-06C5-9B40-44D21E36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E5ED-ADB8-D44D-8230-1CA6FFF8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94A9C-DBBD-7CB3-C15C-12E9B43A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4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D5E5-A0C3-4CCA-9A2F-90989A14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32A1-4DD9-F5EF-11AF-08F8DB16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D1F9-20BD-8A8A-6B80-C425881D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E27-B9E3-9389-77CD-781AC6FC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DFA1A-18DC-DCE1-4209-9C085E71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3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707F-1BDE-4631-E32A-9FF3D3E6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4B06C-CACB-F33E-79DE-C9423044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4186-4D4A-AEEF-B91D-701A6801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64BF1-54D5-27C0-7BF4-31F32894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9881-E104-41F2-BDAA-AF5D52FA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38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2E2B-71CA-D730-591D-1BC8EE2E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6D78-3857-CE71-25BF-9C3D9B624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5E7EB-0F37-714F-E736-10F9D20FB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1304-BF7E-47EF-F275-1E653E47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A14DD-F9EC-E4E2-67F5-496105C1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1DE23-D59C-3863-D3F0-7FF436BE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55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268A-C9FB-4391-7B09-BA9B6157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ED722-DA79-C842-81EB-E8630262C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21E4C-F588-D423-E49A-38BDF350B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B7FE9-7575-0A7D-EC01-EA148298B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D5F21-E4CD-BD65-F464-518C5A12C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350BD-585A-D09C-BB4F-DF9E0FA6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7D99A-833A-082D-0CA0-B0CF886D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4A208-6967-3F02-125A-DFE533AB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70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2C91-D97B-767C-D77D-68DD0404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3EBF5-D644-7E05-7497-BB74F648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052E0-6363-E036-2227-6343627E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B9CBF-54E7-D090-9FCC-E4D8EEF0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2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91E37-7A02-5BBF-0491-ABC351EC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9343A-E812-64DF-4465-3E93DC71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A529-DCA3-BB84-89F1-068D6CEE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09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A141-9E57-E289-7362-821A83BDA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2543-4306-3C9B-9B01-3224747F0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BBBC3-2F4F-5454-2C2E-871BA81CF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8441C-C13B-7E90-E27B-1D9D6445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0E5ED-6596-BF09-751B-5B1AB638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4A2C6-B81C-8635-D067-059A4BC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7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E710-DAC2-50D1-8556-A44631E8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1C52F-E9D9-776C-8633-F7FA20BA3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7EE44-8BDF-B181-769B-D6C881F2A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54884-B0DA-642F-99C3-8701A45E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BFF2C-AEDA-9650-5E4F-3B5558B4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55B5E-FC17-51F1-AD35-5CD86047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19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5CDC-A4C7-0456-B437-EAEA815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8BCCA-9335-BACB-A03B-E449BFF4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9D99-470E-8A93-FD5B-2BFF1068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5253-2910-6005-49DD-072CCAAC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A391F-08E4-E549-3A25-A4D57B72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0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EF54A-1E57-3C91-9CBF-81C646A7E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CF0C6-1E85-4122-F7B2-4272C1C1C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AE64-EB09-AF14-F787-A81B27C5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AA91-E796-56D9-CF25-274E3E37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1253-DC85-1744-1F31-910CF86F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D1877-B5A4-FA77-2C6B-3BFBCCC1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16CB-E054-E0AB-BBDA-C0186E5D3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A241-A2FD-BF0B-4FA1-E9AF76A31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645BC-E227-4BDD-A774-78DB4138631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E1E07-6C8F-1951-4F4B-8FDAAD87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61BE-76B2-30AA-8DE9-E8E9C2781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6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E32C-BE6D-F95E-5168-E0D5A90C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89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Genesis Module 1: Automated Weapon Balancer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A7C56-C4E3-C62A-4C44-169C5B919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302"/>
            <a:ext cx="9144000" cy="36981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Procedural Content Generation using Genetic Algorithms</a:t>
            </a:r>
            <a:endParaRPr lang="en-GB" sz="20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C2A7646-1D78-052B-D682-E426F398217F}"/>
              </a:ext>
            </a:extLst>
          </p:cNvPr>
          <p:cNvSpPr txBox="1">
            <a:spLocks/>
          </p:cNvSpPr>
          <p:nvPr/>
        </p:nvSpPr>
        <p:spPr>
          <a:xfrm>
            <a:off x="9290304" y="6104831"/>
            <a:ext cx="2572512" cy="369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 Ryan Gilbert</a:t>
            </a:r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BB8CD4-95A6-0B34-EA27-179006FB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5571" y="3986784"/>
            <a:ext cx="4403875" cy="165065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F52C74-4887-BE4E-2AA1-9961BE85B3C6}"/>
              </a:ext>
            </a:extLst>
          </p:cNvPr>
          <p:cNvSpPr txBox="1"/>
          <p:nvPr/>
        </p:nvSpPr>
        <p:spPr>
          <a:xfrm>
            <a:off x="4809744" y="6129407"/>
            <a:ext cx="2572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Source:</a:t>
            </a:r>
            <a:r>
              <a:rPr lang="en-GB" sz="1100" dirty="0"/>
              <a:t> Genesis Weapon Balancer dashboard</a:t>
            </a:r>
          </a:p>
        </p:txBody>
      </p:sp>
    </p:spTree>
    <p:extLst>
      <p:ext uri="{BB962C8B-B14F-4D97-AF65-F5344CB8AC3E}">
        <p14:creationId xmlns:p14="http://schemas.microsoft.com/office/powerpoint/2010/main" val="201132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D9DA-122F-7FDB-23B4-D2910EE9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Manual Game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372-5B0F-9177-328F-389FB4F8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225"/>
            <a:ext cx="10515600" cy="3093847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Complexity</a:t>
            </a:r>
            <a:r>
              <a:rPr lang="en-GB" sz="2400" b="1" dirty="0"/>
              <a:t>:</a:t>
            </a:r>
            <a:r>
              <a:rPr lang="en-GB" sz="2400" dirty="0"/>
              <a:t> A weapon with 3 stats (Damage, Fire Rate, Mag Size) has over 1,000,000 possible combinations.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Human Error</a:t>
            </a:r>
            <a:r>
              <a:rPr lang="en-GB" sz="2400" b="1" dirty="0"/>
              <a:t>: </a:t>
            </a:r>
            <a:r>
              <a:rPr lang="en-GB" sz="2400" dirty="0"/>
              <a:t>Developers "guess" numbers, leading to "Overpowered (OP)" meta-weapons that ruin player experience.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Time Cost</a:t>
            </a:r>
            <a:r>
              <a:rPr lang="en-GB" sz="2400" b="1" dirty="0"/>
              <a:t>:</a:t>
            </a:r>
            <a:r>
              <a:rPr lang="en-GB" sz="2400" dirty="0"/>
              <a:t> Manual playtesting takes weeks per weapon.</a:t>
            </a:r>
          </a:p>
        </p:txBody>
      </p:sp>
    </p:spTree>
    <p:extLst>
      <p:ext uri="{BB962C8B-B14F-4D97-AF65-F5344CB8AC3E}">
        <p14:creationId xmlns:p14="http://schemas.microsoft.com/office/powerpoint/2010/main" val="181687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A733-37A3-1A78-DAC3-D6CD0B12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Evolutionary Computation (The "Creator")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5574-4CBB-5F32-52EC-E7CAD7A6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793"/>
            <a:ext cx="10515600" cy="404482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Concept</a:t>
            </a:r>
            <a:r>
              <a:rPr lang="en-GB" b="1" dirty="0"/>
              <a:t>:</a:t>
            </a:r>
            <a:r>
              <a:rPr lang="en-GB" dirty="0"/>
              <a:t> Instead of guessing, we "breed" weapons.</a:t>
            </a:r>
          </a:p>
          <a:p>
            <a:pPr marL="0" indent="0">
              <a:buNone/>
            </a:pPr>
            <a:endParaRPr lang="en-GB" sz="1200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Selection</a:t>
            </a:r>
            <a:r>
              <a:rPr lang="en-GB" b="1" dirty="0"/>
              <a:t>:</a:t>
            </a:r>
            <a:r>
              <a:rPr lang="en-GB" dirty="0"/>
              <a:t> We keep the top 10% of weapons that are closest to the target kill-time.</a:t>
            </a:r>
          </a:p>
          <a:p>
            <a:endParaRPr lang="en-GB" sz="1200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Crossover</a:t>
            </a:r>
            <a:r>
              <a:rPr lang="en-GB" b="1" dirty="0"/>
              <a:t>:</a:t>
            </a:r>
            <a:r>
              <a:rPr lang="en-GB" dirty="0"/>
              <a:t> We mix the stats of the survivors (Parent A + Parent B = Child).</a:t>
            </a:r>
          </a:p>
          <a:p>
            <a:endParaRPr lang="en-GB" sz="1200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Mutation</a:t>
            </a:r>
            <a:r>
              <a:rPr lang="en-GB" b="1" dirty="0"/>
              <a:t>:</a:t>
            </a:r>
            <a:r>
              <a:rPr lang="en-GB" dirty="0"/>
              <a:t> Randomly tweak stats (Damage +/- 5) to discover new archetypes.</a:t>
            </a:r>
          </a:p>
        </p:txBody>
      </p:sp>
    </p:spTree>
    <p:extLst>
      <p:ext uri="{BB962C8B-B14F-4D97-AF65-F5344CB8AC3E}">
        <p14:creationId xmlns:p14="http://schemas.microsoft.com/office/powerpoint/2010/main" val="344906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92D-0767-C699-FDA6-C1451BEE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093"/>
            <a:ext cx="10515600" cy="1325563"/>
          </a:xfrm>
        </p:spPr>
        <p:txBody>
          <a:bodyPr/>
          <a:lstStyle/>
          <a:p>
            <a:r>
              <a:rPr lang="en-GB" u="sng" dirty="0"/>
              <a:t>Technical Implementation (Python)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B35C0-077D-F408-6E7F-CC20418D6C94}"/>
              </a:ext>
            </a:extLst>
          </p:cNvPr>
          <p:cNvSpPr txBox="1"/>
          <p:nvPr/>
        </p:nvSpPr>
        <p:spPr>
          <a:xfrm>
            <a:off x="838200" y="1434656"/>
            <a:ext cx="47640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Physics Engine</a:t>
            </a:r>
            <a:r>
              <a:rPr lang="en-GB" sz="2400" b="1" dirty="0"/>
              <a:t>:</a:t>
            </a:r>
            <a:r>
              <a:rPr lang="en-GB" sz="2400" dirty="0"/>
              <a:t> A discrete-event simulator that calculates "Time-To-Kill" (TTK) including reload penalties.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The Discriminator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fitness function f(x) that calculates the error distance from the target. 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Tech Stack</a:t>
            </a:r>
            <a:r>
              <a:rPr lang="en-GB" sz="2400" b="1" dirty="0"/>
              <a:t>:</a:t>
            </a:r>
            <a:r>
              <a:rPr lang="en-GB" sz="2400" dirty="0"/>
              <a:t> Python 3.10, NumPy (Vectorized Math), </a:t>
            </a:r>
            <a:r>
              <a:rPr lang="en-GB" sz="2400" dirty="0" err="1"/>
              <a:t>Streamlit</a:t>
            </a:r>
            <a:r>
              <a:rPr lang="en-GB" sz="2400" dirty="0"/>
              <a:t> (Real-time Visualization).</a:t>
            </a:r>
          </a:p>
        </p:txBody>
      </p:sp>
      <p:pic>
        <p:nvPicPr>
          <p:cNvPr id="14" name="Picture 1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CBD0FE9-232B-F489-3DB1-687458F59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5" y="2349259"/>
            <a:ext cx="4913035" cy="2470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EBCBDB-9F66-CD25-CDCB-23874E4B1A11}"/>
              </a:ext>
            </a:extLst>
          </p:cNvPr>
          <p:cNvSpPr txBox="1"/>
          <p:nvPr/>
        </p:nvSpPr>
        <p:spPr>
          <a:xfrm>
            <a:off x="5969508" y="5050415"/>
            <a:ext cx="2572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Source:</a:t>
            </a:r>
            <a:r>
              <a:rPr lang="en-GB" sz="1100" dirty="0"/>
              <a:t> src/genetic_engine.py</a:t>
            </a:r>
          </a:p>
        </p:txBody>
      </p:sp>
    </p:spTree>
    <p:extLst>
      <p:ext uri="{BB962C8B-B14F-4D97-AF65-F5344CB8AC3E}">
        <p14:creationId xmlns:p14="http://schemas.microsoft.com/office/powerpoint/2010/main" val="39864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7FFC-27D7-588D-129F-9F108A29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69846" cy="1325563"/>
          </a:xfrm>
        </p:spPr>
        <p:txBody>
          <a:bodyPr/>
          <a:lstStyle/>
          <a:p>
            <a:r>
              <a:rPr lang="en-GB" u="sng" dirty="0"/>
              <a:t>Zero-Shot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3834-DF29-9379-7F7C-0A3D1541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07" y="1886276"/>
            <a:ext cx="5178552" cy="3819580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Speed</a:t>
            </a:r>
            <a:r>
              <a:rPr lang="en-GB" sz="2400" b="1" dirty="0"/>
              <a:t>:</a:t>
            </a:r>
            <a:r>
              <a:rPr lang="en-GB" sz="2400" dirty="0"/>
              <a:t> Converges on the mathematical optimal solution in &lt;30 generations (</a:t>
            </a:r>
            <a:r>
              <a:rPr lang="en-GB" sz="2400" dirty="0" err="1"/>
              <a:t>approx</a:t>
            </a:r>
            <a:r>
              <a:rPr lang="en-GB" sz="2400" dirty="0"/>
              <a:t> 200ms).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Precision</a:t>
            </a:r>
            <a:r>
              <a:rPr lang="en-GB" sz="2400" b="1" dirty="0"/>
              <a:t>:</a:t>
            </a:r>
            <a:r>
              <a:rPr lang="en-GB" sz="2400" dirty="0"/>
              <a:t> Achieves 0.05s tolerance against the target.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Scalability</a:t>
            </a:r>
            <a:r>
              <a:rPr lang="en-GB" sz="2400" b="1" dirty="0"/>
              <a:t>:</a:t>
            </a:r>
            <a:r>
              <a:rPr lang="en-GB" sz="2400" dirty="0"/>
              <a:t> Can balance 100+ unique weapons simultaneously.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AD99F9B-04B9-BD1C-B9EB-D6CEDBB44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046" y="1401644"/>
            <a:ext cx="5275555" cy="2896036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804ECA9-5B22-AD47-88D5-46F407AFC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046" y="4634474"/>
            <a:ext cx="3346877" cy="1790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4FCD8-945C-ACFF-2302-E7E3FA1D6A1C}"/>
              </a:ext>
            </a:extLst>
          </p:cNvPr>
          <p:cNvSpPr txBox="1"/>
          <p:nvPr/>
        </p:nvSpPr>
        <p:spPr>
          <a:xfrm>
            <a:off x="9892083" y="4634474"/>
            <a:ext cx="1928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Source:</a:t>
            </a:r>
            <a:r>
              <a:rPr lang="en-GB" sz="1100" dirty="0"/>
              <a:t> dashboard/app.py</a:t>
            </a:r>
          </a:p>
        </p:txBody>
      </p:sp>
    </p:spTree>
    <p:extLst>
      <p:ext uri="{BB962C8B-B14F-4D97-AF65-F5344CB8AC3E}">
        <p14:creationId xmlns:p14="http://schemas.microsoft.com/office/powerpoint/2010/main" val="50644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260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Genesis Module 1: Automated Weapon Balancer</vt:lpstr>
      <vt:lpstr>Manual Game Balancing</vt:lpstr>
      <vt:lpstr>Evolutionary Computation (The "Creator")</vt:lpstr>
      <vt:lpstr>Technical Implementation (Python)</vt:lpstr>
      <vt:lpstr>Zero-Shot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Gilbert</dc:creator>
  <cp:lastModifiedBy>Ryan Gilbert</cp:lastModifiedBy>
  <cp:revision>23</cp:revision>
  <dcterms:created xsi:type="dcterms:W3CDTF">2026-02-04T20:45:53Z</dcterms:created>
  <dcterms:modified xsi:type="dcterms:W3CDTF">2026-02-09T16:55:39Z</dcterms:modified>
</cp:coreProperties>
</file>